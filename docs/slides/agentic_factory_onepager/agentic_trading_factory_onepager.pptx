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Agentic Trading Factory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AgenticTrading is the research and control plane: it invents, tests, ranks, governs, and packages strategies before anything reaches the execution repo.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012680" y="530352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D9F99D"/>
          </a:solidFill>
          <a:ln w="13970">
            <a:solidFill>
              <a:srgbClr val="84CC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8128" y="621792"/>
            <a:ext cx="1325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53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 trading here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920240" cy="2788920"/>
          </a:xfrm>
          <a:prstGeom prst="roundRect">
            <a:avLst>
              <a:gd name="adj" fmla="val 3810"/>
            </a:avLst>
          </a:prstGeom>
          <a:solidFill>
            <a:srgbClr val="E8F1FB"/>
          </a:solidFill>
          <a:ln w="15240">
            <a:solidFill>
              <a:srgbClr val="7AA5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93392"/>
            <a:ext cx="14173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Inputs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2359152"/>
            <a:ext cx="1572768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ideas from ideas.md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state snapshots and portfolio evidence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datasets and feature stores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lineages, scorecards, and manifests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" y="42428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factory learns from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664208"/>
            <a:ext cx="4160520" cy="3337560"/>
          </a:xfrm>
          <a:prstGeom prst="roundRect">
            <a:avLst>
              <a:gd name="adj" fmla="val 2192"/>
            </a:avLst>
          </a:prstGeom>
          <a:solidFill>
            <a:srgbClr val="FFF4D6"/>
          </a:solidFill>
          <a:ln w="17780">
            <a:solidFill>
              <a:srgbClr val="E8B8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4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Agentic Research Loop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2148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5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Cheap/local agents first for search, validation, deterministic prep. Stronger agents only for invention, review, and cross-file strategy 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44368" y="2633472"/>
            <a:ext cx="1682496" cy="768096"/>
          </a:xfrm>
          <a:prstGeom prst="roundRect">
            <a:avLst>
              <a:gd name="adj" fmla="val 9524"/>
            </a:avLst>
          </a:prstGeom>
          <a:solidFill>
            <a:srgbClr val="FFFDF5"/>
          </a:solidFill>
          <a:ln w="12700">
            <a:solidFill>
              <a:srgbClr val="E8B8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2734056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4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 + mutate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54096" y="29077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5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challengers, hypotheses, and family-specific variants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773168" y="2633472"/>
            <a:ext cx="1682496" cy="768096"/>
          </a:xfrm>
          <a:prstGeom prst="roundRect">
            <a:avLst>
              <a:gd name="adj" fmla="val 9524"/>
            </a:avLst>
          </a:prstGeom>
          <a:solidFill>
            <a:srgbClr val="FFFDF5"/>
          </a:solidFill>
          <a:ln w="12700">
            <a:solidFill>
              <a:srgbClr val="E8B8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734056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4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experiments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82896" y="29077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5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Goldfish workspaces, backtests, walkforward, stress, paper leagues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944368" y="3611880"/>
            <a:ext cx="1682496" cy="768096"/>
          </a:xfrm>
          <a:prstGeom prst="roundRect">
            <a:avLst>
              <a:gd name="adj" fmla="val 9524"/>
            </a:avLst>
          </a:prstGeom>
          <a:solidFill>
            <a:srgbClr val="FFFDF5"/>
          </a:solidFill>
          <a:ln w="12700">
            <a:solidFill>
              <a:srgbClr val="E8B8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54096" y="3712464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4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+ compare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54096" y="38862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5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ROI, robustness, novelty, maturity, and family fit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773168" y="3611880"/>
            <a:ext cx="1682496" cy="768096"/>
          </a:xfrm>
          <a:prstGeom prst="roundRect">
            <a:avLst>
              <a:gd name="adj" fmla="val 9524"/>
            </a:avLst>
          </a:prstGeom>
          <a:solidFill>
            <a:srgbClr val="FFFDF5"/>
          </a:solidFill>
          <a:ln w="12700">
            <a:solidFill>
              <a:srgbClr val="E8B8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3712464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4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actions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82896" y="38862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5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Hold, retrain, rework, replace, or retire weak lineages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2944368" y="45628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5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registry + memory preserve provenance across each cycle.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50608" y="1828800"/>
            <a:ext cx="2121408" cy="2788920"/>
          </a:xfrm>
          <a:prstGeom prst="roundRect">
            <a:avLst>
              <a:gd name="adj" fmla="val 3448"/>
            </a:avLst>
          </a:prstGeom>
          <a:solidFill>
            <a:srgbClr val="EAFBF3"/>
          </a:solidFill>
          <a:ln w="15240">
            <a:solidFill>
              <a:srgbClr val="58B6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993392"/>
            <a:ext cx="14630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4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Governance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0" y="2359152"/>
            <a:ext cx="1719072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rules and manifest checks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evidence and maturity gates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signoff before any real-trading push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lineage status and artifact publication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4242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3A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Stops weak or ambiguous winners from slipping through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1828800"/>
            <a:ext cx="2121408" cy="2788920"/>
          </a:xfrm>
          <a:prstGeom prst="roundRect">
            <a:avLst>
              <a:gd name="adj" fmla="val 3448"/>
            </a:avLst>
          </a:prstGeom>
          <a:solidFill>
            <a:srgbClr val="FDEDEC"/>
          </a:solidFill>
          <a:ln w="15240">
            <a:solidFill>
              <a:srgbClr val="D97A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65792" y="1993392"/>
            <a:ext cx="1572768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Publish + handoff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765792" y="2359152"/>
            <a:ext cx="1664208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7A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manifests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7A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Packaged model artifacts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7A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context payloads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7A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adapters consume explicit contracts only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65792" y="424281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9A3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the separate Arbitrage execution repo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32304" y="3154680"/>
            <a:ext cx="265176" cy="0"/>
          </a:xfrm>
          <a:prstGeom prst="line">
            <a:avLst/>
          </a:prstGeom>
          <a:noFill/>
          <a:ln w="2794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76288" y="3154680"/>
            <a:ext cx="27432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281160" y="3154680"/>
            <a:ext cx="283464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979408" y="49560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evidence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326880" y="4773168"/>
            <a:ext cx="-640080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85800" y="5650992"/>
            <a:ext cx="10991088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82472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plane inside this repo: ideas -&gt; agentic research -&gt; experiment orchestration -&gt; ranking + maintenance -&gt; promotion governance -&gt; packaged outputs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64008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rule: the execution repo remains separate. AgenticTrading reads state and starts runners only through explicit adapters and approved artifacts.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AgenticTrading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Agentic Trading Factory Works</dc:title>
  <dc:subject>Agentic trading factory overview</dc:subject>
  <dc:creator>OpenAI Codex</dc:creator>
  <cp:lastModifiedBy>OpenAI Codex</cp:lastModifiedBy>
  <cp:revision>1</cp:revision>
  <dcterms:created xsi:type="dcterms:W3CDTF">2026-03-11T20:39:31Z</dcterms:created>
  <dcterms:modified xsi:type="dcterms:W3CDTF">2026-03-11T20:39:31Z</dcterms:modified>
</cp:coreProperties>
</file>